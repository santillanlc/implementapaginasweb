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138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Práctica de CSS (Copiar y Pegar)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Tema: CSS Básico</a:t>
            </a:r>
          </a:p>
          <a:p>
            <a:r>
              <a:t>Duración: 1 hora</a:t>
            </a:r>
          </a:p>
          <a:p>
            <a:r>
              <a:t>Objetivo: Aplicar estilos CSS copiando y pegando código</a:t>
            </a:r>
          </a:p>
          <a:p>
            <a:r>
              <a:t>Alumno: ____________________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Archivos necesarios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index.html</a:t>
            </a:r>
          </a:p>
          <a:p>
            <a:r>
              <a:t>2. estilos.css</a:t>
            </a:r>
          </a:p>
          <a:p>
            <a:endParaRPr/>
          </a:p>
          <a:p>
            <a:r>
              <a:t>Ambos archivos deben estar en la misma carpeta.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HTML base para la práctica (COPIA TODO)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sz="1800" dirty="0"/>
              <a:t>&lt;!DOCTYPE html&gt;</a:t>
            </a:r>
          </a:p>
          <a:p>
            <a:r>
              <a:rPr sz="1800" dirty="0"/>
              <a:t>&lt;html&gt;</a:t>
            </a:r>
          </a:p>
          <a:p>
            <a:r>
              <a:rPr sz="1800" dirty="0"/>
              <a:t>&lt;head&gt;</a:t>
            </a:r>
          </a:p>
          <a:p>
            <a:r>
              <a:rPr sz="1800" dirty="0"/>
              <a:t>  &lt;title&gt;</a:t>
            </a:r>
            <a:r>
              <a:rPr sz="1800" dirty="0" err="1"/>
              <a:t>Práctica</a:t>
            </a:r>
            <a:r>
              <a:rPr sz="1800" dirty="0"/>
              <a:t> CSS&lt;/title&gt;</a:t>
            </a:r>
          </a:p>
          <a:p>
            <a:r>
              <a:rPr sz="1800" dirty="0"/>
              <a:t>  &lt;link </a:t>
            </a:r>
            <a:r>
              <a:rPr sz="1800" dirty="0" err="1"/>
              <a:t>rel</a:t>
            </a:r>
            <a:r>
              <a:rPr sz="1800" dirty="0"/>
              <a:t>="stylesheet" </a:t>
            </a:r>
            <a:r>
              <a:rPr sz="1800" dirty="0" err="1"/>
              <a:t>href</a:t>
            </a:r>
            <a:r>
              <a:rPr sz="1800" dirty="0"/>
              <a:t>="</a:t>
            </a:r>
            <a:r>
              <a:rPr sz="1800" dirty="0" err="1"/>
              <a:t>estilos.css</a:t>
            </a:r>
            <a:r>
              <a:rPr sz="1800" dirty="0"/>
              <a:t>"&gt;</a:t>
            </a:r>
          </a:p>
          <a:p>
            <a:r>
              <a:rPr sz="1800" dirty="0"/>
              <a:t>&lt;/head&gt;</a:t>
            </a:r>
          </a:p>
          <a:p>
            <a:r>
              <a:rPr sz="1800" dirty="0"/>
              <a:t>&lt;body&gt;</a:t>
            </a:r>
          </a:p>
          <a:p>
            <a:r>
              <a:rPr sz="1800" dirty="0"/>
              <a:t>  &lt;h1 id="</a:t>
            </a:r>
            <a:r>
              <a:rPr sz="1800" dirty="0" err="1"/>
              <a:t>titulo</a:t>
            </a:r>
            <a:r>
              <a:rPr sz="1800" dirty="0"/>
              <a:t>"&gt;Mi </a:t>
            </a:r>
            <a:r>
              <a:rPr sz="1800" dirty="0" err="1"/>
              <a:t>primera</a:t>
            </a:r>
            <a:r>
              <a:rPr sz="1800" dirty="0"/>
              <a:t> </a:t>
            </a:r>
            <a:r>
              <a:rPr sz="1800" dirty="0" err="1"/>
              <a:t>página</a:t>
            </a:r>
            <a:r>
              <a:rPr sz="1800" dirty="0"/>
              <a:t> con CSS&lt;/h1&gt;</a:t>
            </a:r>
          </a:p>
          <a:p>
            <a:r>
              <a:rPr sz="1800" dirty="0"/>
              <a:t>  &lt;p class="</a:t>
            </a:r>
            <a:r>
              <a:rPr sz="1800" dirty="0" err="1"/>
              <a:t>texto</a:t>
            </a:r>
            <a:r>
              <a:rPr sz="1800" dirty="0"/>
              <a:t>"&gt;Este es un </a:t>
            </a:r>
            <a:r>
              <a:rPr sz="1800" dirty="0" err="1"/>
              <a:t>párrafo</a:t>
            </a:r>
            <a:r>
              <a:rPr sz="1800" dirty="0"/>
              <a:t> de </a:t>
            </a:r>
            <a:r>
              <a:rPr sz="1800" dirty="0" err="1"/>
              <a:t>ejemplo</a:t>
            </a:r>
            <a:r>
              <a:rPr sz="1800" dirty="0"/>
              <a:t>&lt;/p&gt;</a:t>
            </a:r>
          </a:p>
          <a:p>
            <a:r>
              <a:rPr sz="1800" dirty="0"/>
              <a:t>  &lt;div class="</a:t>
            </a:r>
            <a:r>
              <a:rPr sz="1800" dirty="0" err="1"/>
              <a:t>caja</a:t>
            </a:r>
            <a:r>
              <a:rPr sz="1800" dirty="0"/>
              <a:t>"&gt;</a:t>
            </a:r>
            <a:r>
              <a:rPr sz="1800" dirty="0" err="1"/>
              <a:t>Caja</a:t>
            </a:r>
            <a:r>
              <a:rPr sz="1800" dirty="0"/>
              <a:t> de </a:t>
            </a:r>
            <a:r>
              <a:rPr sz="1800" dirty="0" err="1"/>
              <a:t>contenido</a:t>
            </a:r>
            <a:r>
              <a:rPr sz="1800" dirty="0"/>
              <a:t>&lt;/div&gt;</a:t>
            </a:r>
          </a:p>
          <a:p>
            <a:r>
              <a:rPr sz="1800" dirty="0"/>
              <a:t>  &lt;a </a:t>
            </a:r>
            <a:r>
              <a:rPr sz="1800" dirty="0" err="1"/>
              <a:t>href</a:t>
            </a:r>
            <a:r>
              <a:rPr sz="1800" dirty="0"/>
              <a:t>="#" class="enlace"&gt;Enlace de </a:t>
            </a:r>
            <a:r>
              <a:rPr sz="1800" dirty="0" err="1"/>
              <a:t>prueba</a:t>
            </a:r>
            <a:r>
              <a:rPr sz="1800" dirty="0"/>
              <a:t>&lt;/a&gt;</a:t>
            </a:r>
          </a:p>
          <a:p>
            <a:r>
              <a:rPr sz="1800" dirty="0"/>
              <a:t>&lt;/body&gt;</a:t>
            </a:r>
          </a:p>
          <a:p>
            <a:r>
              <a:rPr sz="1800" dirty="0"/>
              <a:t>&lt;/html&gt;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Estructura básica de CSS (COPIA)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selector {</a:t>
            </a:r>
          </a:p>
          <a:p>
            <a:r>
              <a:t>  propiedad: valor;</a:t>
            </a:r>
          </a:p>
          <a:p>
            <a:r>
              <a:t>}</a:t>
            </a:r>
          </a:p>
          <a:p>
            <a:endParaRPr/>
          </a:p>
          <a:p>
            <a:r>
              <a:t>Ejemplo:</a:t>
            </a:r>
          </a:p>
          <a:p>
            <a:r>
              <a:t>p {</a:t>
            </a:r>
          </a:p>
          <a:p>
            <a:r>
              <a:t>  color: black;</a:t>
            </a:r>
          </a:p>
          <a:p>
            <a: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Estilos generales del body (COPIA)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{</a:t>
            </a:r>
          </a:p>
          <a:p>
            <a:r>
              <a:t>  background-color: #f2f2f2;</a:t>
            </a:r>
          </a:p>
          <a:p>
            <a:r>
              <a:t>  font-family: Arial, sans-serif;</a:t>
            </a:r>
          </a:p>
          <a:p>
            <a:r>
              <a:t>  padding: 20px;</a:t>
            </a:r>
          </a:p>
          <a:p>
            <a: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Estilo del título (COPIA)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#titulo {</a:t>
            </a:r>
          </a:p>
          <a:p>
            <a:r>
              <a:t>  color: #2c3e50;</a:t>
            </a:r>
          </a:p>
          <a:p>
            <a:r>
              <a:t>  text-align: center;</a:t>
            </a:r>
          </a:p>
          <a:p>
            <a:r>
              <a:t>  margin-bottom: 20px;</a:t>
            </a:r>
          </a:p>
          <a:p>
            <a: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Estilo del párrafo (COPIA)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.texto {</a:t>
            </a:r>
          </a:p>
          <a:p>
            <a:r>
              <a:t>  font-size: 18px;</a:t>
            </a:r>
          </a:p>
          <a:p>
            <a:r>
              <a:t>  color: #333333;</a:t>
            </a:r>
          </a:p>
          <a:p>
            <a:r>
              <a:t>  margin-bottom: 15px;</a:t>
            </a:r>
          </a:p>
          <a:p>
            <a: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Caja con diseño (COPIA)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.caja {</a:t>
            </a:r>
          </a:p>
          <a:p>
            <a:r>
              <a:t>  background-color: #ffffff;</a:t>
            </a:r>
          </a:p>
          <a:p>
            <a:r>
              <a:t>  border: 2px solid #3498db;</a:t>
            </a:r>
          </a:p>
          <a:p>
            <a:r>
              <a:t>  padding: 20px;</a:t>
            </a:r>
          </a:p>
          <a:p>
            <a:r>
              <a:t>  width: 250px;</a:t>
            </a:r>
          </a:p>
          <a:p>
            <a:r>
              <a:t>  margin-bottom: 20px;</a:t>
            </a:r>
          </a:p>
          <a:p>
            <a: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Box Model explicado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margin: espacio exterior</a:t>
            </a:r>
          </a:p>
          <a:p>
            <a:r>
              <a:t>border: borde del elemento</a:t>
            </a:r>
          </a:p>
          <a:p>
            <a:r>
              <a:t>padding: espacio interior</a:t>
            </a:r>
          </a:p>
          <a:p>
            <a:r>
              <a:t>content: contenido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Enlace con hover (COPIA)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.enlace {</a:t>
            </a:r>
          </a:p>
          <a:p>
            <a:r>
              <a:t>  color: #3498db;</a:t>
            </a:r>
          </a:p>
          <a:p>
            <a:r>
              <a:t>  text-decoration: none;</a:t>
            </a:r>
          </a:p>
          <a:p>
            <a:r>
              <a:t>  font-size: 16px;</a:t>
            </a:r>
          </a:p>
          <a:p>
            <a:r>
              <a:t>}</a:t>
            </a:r>
          </a:p>
          <a:p>
            <a:endParaRPr/>
          </a:p>
          <a:p>
            <a:r>
              <a:t>.enlace:hover {</a:t>
            </a:r>
          </a:p>
          <a:p>
            <a:r>
              <a:t>  color: #e74c3c;</a:t>
            </a:r>
          </a:p>
          <a:p>
            <a:r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Display y alineación (COPIA)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.caja {</a:t>
            </a:r>
          </a:p>
          <a:p>
            <a:r>
              <a:t>  display: block;</a:t>
            </a:r>
          </a:p>
          <a:p>
            <a:r>
              <a:t>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Flexbox básico (COPIA)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{</a:t>
            </a:r>
          </a:p>
          <a:p>
            <a:r>
              <a:t>  display: flex;</a:t>
            </a:r>
          </a:p>
          <a:p>
            <a:r>
              <a:t>  flex-direction: column;</a:t>
            </a:r>
          </a:p>
          <a:p>
            <a:r>
              <a:t>  align-items: center;</a:t>
            </a:r>
          </a:p>
          <a:p>
            <a:r>
              <a:t>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Comentarios en CSS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/* Esto es un comentario */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Práctica guiada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Cambia colores</a:t>
            </a:r>
          </a:p>
          <a:p>
            <a:r>
              <a:t>2. Ajusta tamaños</a:t>
            </a:r>
          </a:p>
          <a:p>
            <a:r>
              <a:t>3. Modifica bordes</a:t>
            </a:r>
          </a:p>
          <a:p>
            <a:r>
              <a:t>4. Prueba hover</a:t>
            </a:r>
          </a:p>
          <a:p>
            <a:r>
              <a:t>5. Cambia el fondo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Reto final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Haz que tu página se vea diferente:</a:t>
            </a:r>
          </a:p>
          <a:p>
            <a:r>
              <a:t>- Cambia el color de la caja</a:t>
            </a:r>
          </a:p>
          <a:p>
            <a:r>
              <a:t>- Cambia la fuente</a:t>
            </a:r>
          </a:p>
          <a:p>
            <a:r>
              <a:t>- Ajusta el tamaño del texto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459</Words>
  <Application>Microsoft Macintosh PowerPoint</Application>
  <PresentationFormat>Presentación en pantalla (4:3)</PresentationFormat>
  <Paragraphs>97</Paragraphs>
  <Slides>15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Práctica de CSS (Copiar y Pegar)</vt:lpstr>
      <vt:lpstr>Archivos necesarios</vt:lpstr>
      <vt:lpstr>HTML base para la práctica (COPIA TODO)</vt:lpstr>
      <vt:lpstr>Estructura básica de CSS (COPIA)</vt:lpstr>
      <vt:lpstr>Estilos generales del body (COPIA)</vt:lpstr>
      <vt:lpstr>Estilo del título (COPIA)</vt:lpstr>
      <vt:lpstr>Estilo del párrafo (COPIA)</vt:lpstr>
      <vt:lpstr>Caja con diseño (COPIA)</vt:lpstr>
      <vt:lpstr>Box Model explicado</vt:lpstr>
      <vt:lpstr>Enlace con hover (COPIA)</vt:lpstr>
      <vt:lpstr>Display y alineación (COPIA)</vt:lpstr>
      <vt:lpstr>Flexbox básico (COPIA)</vt:lpstr>
      <vt:lpstr>Comentarios en CSS</vt:lpstr>
      <vt:lpstr>Práctica guiada</vt:lpstr>
      <vt:lpstr>Reto final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Luis Carlos Santillan Hernandez</cp:lastModifiedBy>
  <cp:revision>2</cp:revision>
  <dcterms:created xsi:type="dcterms:W3CDTF">2013-01-27T09:14:16Z</dcterms:created>
  <dcterms:modified xsi:type="dcterms:W3CDTF">2026-01-29T01:07:41Z</dcterms:modified>
  <cp:category/>
</cp:coreProperties>
</file>