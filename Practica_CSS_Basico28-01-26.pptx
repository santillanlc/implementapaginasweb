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de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Tema: CSS Básico</a:t>
            </a:r>
          </a:p>
          <a:p>
            <a:r>
              <a:t>Duración: 1 hora</a:t>
            </a:r>
          </a:p>
          <a:p>
            <a:r>
              <a:t>Objetivo: Aprender a dar estilo a una página web usando CSS</a:t>
            </a:r>
          </a:p>
          <a:p>
            <a:r>
              <a:t>Alumno: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(Cascading Style Sheets) sirve para dar estilo a las páginas HTML.</a:t>
            </a:r>
          </a:p>
          <a:p>
            <a:r>
              <a:t>Permite cambiar colores, tamaños, posiciones y diseño.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usar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se puede usar de 3 formas:</a:t>
            </a:r>
          </a:p>
          <a:p>
            <a:r>
              <a:t>1. En línea (inline)</a:t>
            </a:r>
          </a:p>
          <a:p>
            <a:r>
              <a:t>2. Interno (en &lt;style&gt;)</a:t>
            </a:r>
          </a:p>
          <a:p>
            <a:r>
              <a:t>3. Externo (archivo .css)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archivo CSS en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Abre tu carpeta del proyecto</a:t>
            </a:r>
          </a:p>
          <a:p>
            <a:r>
              <a:t>2. Crea un archivo nuevo</a:t>
            </a:r>
          </a:p>
          <a:p>
            <a:r>
              <a:t>3. Guárdalo como: estilos.css</a:t>
            </a:r>
          </a:p>
          <a:p>
            <a:r>
              <a:t>4. Asegúrate que termine en .css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Vincular CSS con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&lt;link rel="stylesheet" href="estilos.css"&gt;</a:t>
            </a:r>
          </a:p>
          <a:p/>
          <a:p>
            <a:r>
              <a:t>Esta línea va dentro de &lt;head&gt;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básica de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selector {</a:t>
            </a:r>
          </a:p>
          <a:p>
            <a:r>
              <a:t>  propiedad: valor;</a:t>
            </a:r>
          </a:p>
          <a:p>
            <a:r>
              <a:t>}</a:t>
            </a:r>
          </a:p>
          <a:p/>
          <a:p>
            <a:r>
              <a:t>Ejemplo:</a:t>
            </a:r>
          </a:p>
          <a:p>
            <a:r>
              <a:t>p {</a:t>
            </a:r>
          </a:p>
          <a:p>
            <a:r>
              <a:t>  color: red;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Selectores básicos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 { }</a:t>
            </a:r>
          </a:p>
          <a:p>
            <a:r>
              <a:t>h1 { }</a:t>
            </a:r>
          </a:p>
          <a:p>
            <a:r>
              <a:t>div {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Selector por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.caja {</a:t>
            </a:r>
          </a:p>
          <a:p>
            <a:r>
              <a:t>  background-color: lightblue;</a:t>
            </a:r>
          </a:p>
          <a:p>
            <a:r>
              <a:t>}</a:t>
            </a:r>
          </a:p>
          <a:p/>
          <a:p>
            <a:r>
              <a:t>HTML:</a:t>
            </a:r>
          </a:p>
          <a:p>
            <a:r>
              <a:t>&lt;div class="caja"&gt;&lt;/div&gt;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Selector por 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#titulo {</a:t>
            </a:r>
          </a:p>
          <a:p>
            <a:r>
              <a:t>  color: blue;</a:t>
            </a:r>
          </a:p>
          <a:p>
            <a:r>
              <a:t>}</a:t>
            </a:r>
          </a:p>
          <a:p/>
          <a:p>
            <a:r>
              <a:t>HTML:</a:t>
            </a:r>
          </a:p>
          <a:p>
            <a:r>
              <a:t>&lt;h1 id="titulo"&gt;&lt;/h1&gt;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Colores en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color: red;</a:t>
            </a:r>
          </a:p>
          <a:p>
            <a:r>
              <a:t>color: #ff0000;</a:t>
            </a:r>
          </a:p>
          <a:p>
            <a:r>
              <a:t>color: rgb(255,0,0);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background-color: yellow;</a:t>
            </a:r>
          </a:p>
          <a:p>
            <a:r>
              <a:t>background-image: url('img.jpg');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font-size: 20px;</a:t>
            </a:r>
          </a:p>
          <a:p>
            <a:r>
              <a:t>font-family: Arial;</a:t>
            </a:r>
          </a:p>
          <a:p>
            <a:r>
              <a:t>text-align: center;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Negrita y 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font-weight: bold;</a:t>
            </a:r>
          </a:p>
          <a:p>
            <a:r>
              <a:t>font-style: italic;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caja (Box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margin</a:t>
            </a:r>
          </a:p>
          <a:p>
            <a:r>
              <a:t>border</a:t>
            </a:r>
          </a:p>
          <a:p>
            <a:r>
              <a:t>padding</a:t>
            </a:r>
          </a:p>
          <a:p>
            <a:r>
              <a:t>content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 y Padding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margin: 20px;</a:t>
            </a:r>
          </a:p>
          <a:p>
            <a:r>
              <a:t>padding: 10px;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border: 2px solid black;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Ancho y alto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width: 200px;</a:t>
            </a:r>
          </a:p>
          <a:p>
            <a:r>
              <a:t>height: 100px;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display: block;</a:t>
            </a:r>
          </a:p>
          <a:p>
            <a:r>
              <a:t>display: inline;</a:t>
            </a:r>
          </a:p>
          <a:p>
            <a:r>
              <a:t>display: inline-block;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display: flex;</a:t>
            </a:r>
          </a:p>
          <a:p>
            <a:r>
              <a:t>justify-content: center;</a:t>
            </a:r>
          </a:p>
          <a:p>
            <a:r>
              <a:t>align-items: center;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a:hover {</a:t>
            </a:r>
          </a:p>
          <a:p>
            <a:r>
              <a:t>  color: red;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Comentarios en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/* Esto es un comentario */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Cambia el color del fondo</a:t>
            </a:r>
          </a:p>
          <a:p>
            <a:r>
              <a:t>2. Estiliza un título</a:t>
            </a:r>
          </a:p>
          <a:p>
            <a:r>
              <a:t>3. Aplica una clase a un div</a:t>
            </a:r>
          </a:p>
          <a:p>
            <a:r>
              <a:t>4. Usa margin y padding</a:t>
            </a:r>
          </a:p>
          <a:p>
            <a:r>
              <a:t>5. Centra contenido con flexbox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