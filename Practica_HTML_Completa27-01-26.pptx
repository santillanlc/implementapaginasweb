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Práctica de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Tema: HTML Básico</a:t>
            </a:r>
          </a:p>
          <a:p>
            <a:r>
              <a:t>Duración: 45–60 minutos</a:t>
            </a:r>
          </a:p>
          <a:p>
            <a:r>
              <a:t>Objetivo: Aprender y practicar las etiquetas HTML</a:t>
            </a:r>
          </a:p>
          <a:p>
            <a:r>
              <a:t>Alumno: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HTML?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(HyperText Markup Language) es el lenguaje para crear páginas web.</a:t>
            </a:r>
          </a:p>
          <a:p>
            <a:r>
              <a:t>Usa etiquetas para estructurar el contenido.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Herramienta: Visual Studio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Studio Code (VS Code) es un editor de código gratuito.</a:t>
            </a:r>
          </a:p>
          <a:p>
            <a:r>
              <a:t>Se usa para escribir y editar archivos HTML, CSS y JavaScript.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Crear un archivo HTML en VS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Abre VS Code</a:t>
            </a:r>
          </a:p>
          <a:p>
            <a:r>
              <a:t>2. Crea una carpeta nueva</a:t>
            </a:r>
          </a:p>
          <a:p>
            <a:r>
              <a:t>3. Archivo → Nuevo archivo</a:t>
            </a:r>
          </a:p>
          <a:p>
            <a:r>
              <a:t>4. Guarda como: index.html</a:t>
            </a:r>
          </a:p>
          <a:p>
            <a:r>
              <a:t>5. Asegúrate que la extensión sea 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básica de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&lt;!DOCTYPE html&gt;</a:t>
            </a:r>
          </a:p>
          <a:p>
            <a:r>
              <a:t>&lt;html&gt;</a:t>
            </a:r>
          </a:p>
          <a:p>
            <a:r>
              <a:t>&lt;head&gt;</a:t>
            </a:r>
          </a:p>
          <a:p>
            <a:r>
              <a:t>&lt;title&gt;Mi página&lt;/title&gt;</a:t>
            </a:r>
          </a:p>
          <a:p>
            <a:r>
              <a:t>&lt;/head&gt;</a:t>
            </a:r>
          </a:p>
          <a:p>
            <a:r>
              <a:t>&lt;body&gt;</a:t>
            </a:r>
          </a:p>
          <a:p>
            <a:r>
              <a:t>&lt;/body&gt;</a:t>
            </a:r>
          </a:p>
          <a:p>
            <a:r>
              <a:t>&lt;/html&gt;</a:t>
            </a:r>
          </a:p>
          <a:p/>
          <a:p>
            <a:r>
              <a:t>Copia este código en index.html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Etiqueta &lt;!DOCTYPE&gt;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Indica que el documento es HTML5.</a:t>
            </a:r>
          </a:p>
          <a:p>
            <a:r>
              <a:t>Siempre va al inicio.</a:t>
            </a:r>
          </a:p>
          <a:p/>
          <a:p>
            <a:r>
              <a:t>&lt;!DOCTYPE html&gt;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Etiqueta &lt;html&gt;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Contiene todo el documento HTML.</a:t>
            </a:r>
          </a:p>
          <a:p/>
          <a:p>
            <a:r>
              <a:t>&lt;html&gt;</a:t>
            </a:r>
          </a:p>
          <a:p>
            <a:r>
              <a:t>...</a:t>
            </a:r>
          </a:p>
          <a:p>
            <a:r>
              <a:t>&lt;/html&gt;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Etiqueta &lt;head&gt;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Contiene información del documento.</a:t>
            </a:r>
          </a:p>
          <a:p/>
          <a:p>
            <a:r>
              <a:t>&lt;head&gt;</a:t>
            </a:r>
          </a:p>
          <a:p>
            <a:r>
              <a:t>&lt;title&gt;Título&lt;/title&gt;</a:t>
            </a:r>
          </a:p>
          <a:p>
            <a:r>
              <a:t>&lt;/head&gt;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Etiqueta &lt;title&gt;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Texto que aparece en la pestaña del navegador.</a:t>
            </a:r>
          </a:p>
          <a:p/>
          <a:p>
            <a:r>
              <a:t>&lt;title&gt;Mi práctica HTML&lt;/title&gt;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Etiqueta &lt;body&gt;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Todo lo visible de la página.</a:t>
            </a:r>
          </a:p>
          <a:p/>
          <a:p>
            <a:r>
              <a:t>&lt;body&gt;</a:t>
            </a:r>
          </a:p>
          <a:p>
            <a:r>
              <a:t>Contenido</a:t>
            </a:r>
          </a:p>
          <a:p>
            <a:r>
              <a:t>&lt;/body&gt;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Títulos &lt;h1&gt; a &lt;h6&gt;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&lt;h1&gt;Título principal&lt;/h1&gt;</a:t>
            </a:r>
          </a:p>
          <a:p>
            <a:r>
              <a:t>&lt;h2&gt;Subtítulo&lt;/h2&gt;</a:t>
            </a:r>
          </a:p>
          <a:p>
            <a:r>
              <a:t>&lt;h3&gt;Encabezado&lt;/h3&gt;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Etiqueta &lt;p&gt;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Sirve para escribir párrafos.</a:t>
            </a:r>
          </a:p>
          <a:p/>
          <a:p>
            <a:r>
              <a:t>&lt;p&gt;Este es un párrafo&lt;/p&gt;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Saltos y líneas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&lt;br&gt; Salto de línea</a:t>
            </a:r>
          </a:p>
          <a:p>
            <a:r>
              <a:t>&lt;hr&gt; Línea horizontal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Texto en negrita y cursiva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&lt;strong&gt;Negrita&lt;/strong&gt;</a:t>
            </a:r>
          </a:p>
          <a:p>
            <a:r>
              <a:t>&lt;em&gt;Cursiva&lt;/em&gt;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Etiqueta &lt;span&gt;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Sirve para aplicar estilo a texto.</a:t>
            </a:r>
          </a:p>
          <a:p/>
          <a:p>
            <a:r>
              <a:t>&lt;span&gt;Texto&lt;/span&gt;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Enlaces &lt;a&gt;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&lt;a href="https://www.google.com"&gt;Google&lt;/a&gt;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Imágenes &lt;img&gt;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&lt;img src="imagen.jpg" alt="Descripción"&gt;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Listas sin orden &lt;ul&gt;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&lt;ul&gt;</a:t>
            </a:r>
          </a:p>
          <a:p>
            <a:r>
              <a:t>&lt;li&gt;Elemento&lt;/li&gt;</a:t>
            </a:r>
          </a:p>
          <a:p>
            <a:r>
              <a:t>&lt;li&gt;Elemento&lt;/li&gt;</a:t>
            </a:r>
          </a:p>
          <a:p>
            <a:r>
              <a:t>&lt;/ul&gt;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Listas ordenadas &lt;ol&gt;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&lt;ol&gt;</a:t>
            </a:r>
          </a:p>
          <a:p>
            <a:r>
              <a:t>&lt;li&gt;Primero&lt;/li&gt;</a:t>
            </a:r>
          </a:p>
          <a:p>
            <a:r>
              <a:t>&lt;li&gt;Segundo&lt;/li&gt;</a:t>
            </a:r>
          </a:p>
          <a:p>
            <a:r>
              <a:t>&lt;/ol&gt;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Etiqueta &lt;div&gt;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Agrupa contenido.</a:t>
            </a:r>
          </a:p>
          <a:p/>
          <a:p>
            <a:r>
              <a:t>&lt;div&gt;</a:t>
            </a:r>
          </a:p>
          <a:p>
            <a:r>
              <a:t>&lt;p&gt;Texto&lt;/p&gt;</a:t>
            </a:r>
          </a:p>
          <a:p>
            <a:r>
              <a:t>&lt;/div&gt;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Tablas &lt;table&gt;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&lt;table border="1"&gt;</a:t>
            </a:r>
          </a:p>
          <a:p>
            <a:r>
              <a:t>&lt;tr&gt;&lt;th&gt;Nombre&lt;/th&gt;&lt;th&gt;Edad&lt;/th&gt;&lt;/tr&gt;</a:t>
            </a:r>
          </a:p>
          <a:p>
            <a:r>
              <a:t>&lt;tr&gt;&lt;td&gt;Ana&lt;/td&gt;&lt;td&gt;20&lt;/td&gt;&lt;/tr&gt;</a:t>
            </a:r>
          </a:p>
          <a:p>
            <a:r>
              <a:t>&lt;/table&gt;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Formularios &lt;form&gt;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&lt;form&gt;</a:t>
            </a:r>
          </a:p>
          <a:p>
            <a:r>
              <a:t>&lt;input type="text" placeholder="Nombre"&gt;</a:t>
            </a:r>
          </a:p>
          <a:p>
            <a:r>
              <a:t>&lt;input type="submit"&gt;</a:t>
            </a:r>
          </a:p>
          <a:p>
            <a:r>
              <a:t>&lt;/form&gt;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 comunes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&lt;input type="text"&gt;</a:t>
            </a:r>
          </a:p>
          <a:p>
            <a:r>
              <a:t>&lt;input type="password"&gt;</a:t>
            </a:r>
          </a:p>
          <a:p>
            <a:r>
              <a:t>&lt;input type="email"&gt;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Comentarios en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&lt;!-- Esto es un comentario --&gt;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Práctica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 index.html</a:t>
            </a:r>
          </a:p>
          <a:p>
            <a:r>
              <a:t>2. Agrega título con &lt;h1&gt;</a:t>
            </a:r>
          </a:p>
          <a:p>
            <a:r>
              <a:t>3. Escribe un párrafo</a:t>
            </a:r>
          </a:p>
          <a:p>
            <a:r>
              <a:t>4. Inserta imagen</a:t>
            </a:r>
          </a:p>
          <a:p>
            <a:r>
              <a:t>5. Crea una lista</a:t>
            </a:r>
          </a:p>
          <a:p>
            <a:r>
              <a:t>6. Agrega un formulario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