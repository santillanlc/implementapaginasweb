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Práctica: Bootstrap – Componentes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Tema: Bootstrap Componentes</a:t>
            </a:r>
          </a:p>
          <a:p>
            <a:r>
              <a:t>Duración: 1 hora</a:t>
            </a:r>
          </a:p>
          <a:p>
            <a:r>
              <a:t>Objetivo: Probar y usar componentes de Bootstrap</a:t>
            </a:r>
          </a:p>
          <a:p>
            <a:r>
              <a:t>Alumno: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Recordatorio: ¿Qué es Bootstrap?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Bootstrap es un framework CSS y JS.</a:t>
            </a:r>
          </a:p>
          <a:p>
            <a:r>
              <a:t>Trae componentes visuales listos para usar.</a:t>
            </a:r>
          </a:p>
          <a:p>
            <a:r>
              <a:t>Acelera el desarrollo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Dónde consultar documentación oficial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Documentación oficial:</a:t>
            </a:r>
          </a:p>
          <a:p>
            <a:r>
              <a:t>https://getbootstrap.com</a:t>
            </a:r>
          </a:p>
          <a:p>
            <a:endParaRPr/>
          </a:p>
          <a:p>
            <a:r>
              <a:t>Componentes:</a:t>
            </a:r>
          </a:p>
          <a:p>
            <a:r>
              <a:t>https://getbootstrap.com/docs/5.3/components/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buscar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Entra a getbootstrap.com</a:t>
            </a:r>
          </a:p>
          <a:p>
            <a:r>
              <a:t>2. Ve a Docs → Components</a:t>
            </a:r>
          </a:p>
          <a:p>
            <a:r>
              <a:t>3. Da clic en un componente</a:t>
            </a:r>
          </a:p>
          <a:p>
            <a:r>
              <a:t>4. Copia el código de ejemplo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base con Bootstrap (COPIA TODO)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&lt;!DOCTYPE html&gt;</a:t>
            </a:r>
          </a:p>
          <a:p>
            <a:r>
              <a:rPr sz="1800" dirty="0"/>
              <a:t>&lt;html&gt;</a:t>
            </a:r>
          </a:p>
          <a:p>
            <a:r>
              <a:rPr sz="1800" dirty="0"/>
              <a:t>&lt;head&gt;</a:t>
            </a:r>
          </a:p>
          <a:p>
            <a:r>
              <a:rPr sz="1800" dirty="0"/>
              <a:t>  &lt;title&gt;</a:t>
            </a:r>
            <a:r>
              <a:rPr sz="1800" dirty="0" err="1"/>
              <a:t>Práctica</a:t>
            </a:r>
            <a:r>
              <a:rPr sz="1800" dirty="0"/>
              <a:t> Bootstrap&lt;/title&gt;</a:t>
            </a:r>
          </a:p>
          <a:p>
            <a:r>
              <a:rPr sz="1800" dirty="0"/>
              <a:t>  &lt;meta name="viewport" content="width=device-width, initial-scale=1"&gt;</a:t>
            </a:r>
          </a:p>
          <a:p>
            <a:r>
              <a:rPr sz="1800" dirty="0"/>
              <a:t>  &lt;link </a:t>
            </a:r>
            <a:r>
              <a:rPr sz="1800" dirty="0" err="1"/>
              <a:t>href</a:t>
            </a:r>
            <a:r>
              <a:rPr sz="1800" dirty="0"/>
              <a:t>="https://</a:t>
            </a:r>
            <a:r>
              <a:rPr sz="1800" dirty="0" err="1"/>
              <a:t>cdn.jsdelivr.net</a:t>
            </a:r>
            <a:r>
              <a:rPr sz="1800" dirty="0"/>
              <a:t>/</a:t>
            </a:r>
            <a:r>
              <a:rPr sz="1800" dirty="0" err="1"/>
              <a:t>npm</a:t>
            </a:r>
            <a:r>
              <a:rPr sz="1800" dirty="0"/>
              <a:t>/bootstrap@5.3.2/</a:t>
            </a:r>
            <a:r>
              <a:rPr sz="1800" dirty="0" err="1"/>
              <a:t>dist</a:t>
            </a:r>
            <a:r>
              <a:rPr sz="1800" dirty="0"/>
              <a:t>/</a:t>
            </a:r>
            <a:r>
              <a:rPr sz="1800" dirty="0" err="1"/>
              <a:t>css</a:t>
            </a:r>
            <a:r>
              <a:rPr sz="1800" dirty="0"/>
              <a:t>/</a:t>
            </a:r>
            <a:r>
              <a:rPr sz="1800" dirty="0" err="1"/>
              <a:t>bootstrap.min.css</a:t>
            </a:r>
            <a:r>
              <a:rPr sz="1800" dirty="0"/>
              <a:t>" </a:t>
            </a:r>
            <a:r>
              <a:rPr sz="1800" dirty="0" err="1"/>
              <a:t>rel</a:t>
            </a:r>
            <a:r>
              <a:rPr sz="1800" dirty="0"/>
              <a:t>="stylesheet"&gt;</a:t>
            </a:r>
          </a:p>
          <a:p>
            <a:r>
              <a:rPr sz="1800" dirty="0"/>
              <a:t>&lt;/head&gt;</a:t>
            </a:r>
          </a:p>
          <a:p>
            <a:r>
              <a:rPr sz="1800" dirty="0"/>
              <a:t>&lt;body&gt;</a:t>
            </a:r>
          </a:p>
          <a:p>
            <a:endParaRPr sz="1800" dirty="0"/>
          </a:p>
          <a:p>
            <a:r>
              <a:rPr sz="1800" dirty="0"/>
              <a:t>&lt;script </a:t>
            </a:r>
            <a:r>
              <a:rPr sz="1800" dirty="0" err="1"/>
              <a:t>src</a:t>
            </a:r>
            <a:r>
              <a:rPr sz="1800" dirty="0"/>
              <a:t>="https://</a:t>
            </a:r>
            <a:r>
              <a:rPr sz="1800" dirty="0" err="1"/>
              <a:t>cdn.jsdelivr.net</a:t>
            </a:r>
            <a:r>
              <a:rPr sz="1800" dirty="0"/>
              <a:t>/</a:t>
            </a:r>
            <a:r>
              <a:rPr sz="1800" dirty="0" err="1"/>
              <a:t>npm</a:t>
            </a:r>
            <a:r>
              <a:rPr sz="1800" dirty="0"/>
              <a:t>/bootstrap@5.3.2/</a:t>
            </a:r>
            <a:r>
              <a:rPr sz="1800" dirty="0" err="1"/>
              <a:t>dist</a:t>
            </a:r>
            <a:r>
              <a:rPr sz="1800" dirty="0"/>
              <a:t>/</a:t>
            </a:r>
            <a:r>
              <a:rPr sz="1800" dirty="0" err="1"/>
              <a:t>js</a:t>
            </a:r>
            <a:r>
              <a:rPr sz="1800" dirty="0"/>
              <a:t>/</a:t>
            </a:r>
            <a:r>
              <a:rPr sz="1800" dirty="0" err="1"/>
              <a:t>bootstrap.bundle.min.js</a:t>
            </a:r>
            <a:r>
              <a:rPr sz="1800" dirty="0"/>
              <a:t>"&gt;&lt;/script&gt;</a:t>
            </a:r>
          </a:p>
          <a:p>
            <a:r>
              <a:rPr sz="1800" dirty="0"/>
              <a:t>&lt;/body&gt;</a:t>
            </a:r>
          </a:p>
          <a:p>
            <a:r>
              <a:rPr sz="1800" dirty="0"/>
              <a:t>&lt;/html&gt;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Navbar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&lt;nav class="navbar navbar-expand-lg navbar-dark bg-dark"&gt;</a:t>
            </a:r>
          </a:p>
          <a:p>
            <a:r>
              <a:t>  &lt;div class="container"&gt;</a:t>
            </a:r>
          </a:p>
          <a:p>
            <a:r>
              <a:t>    &lt;a class="navbar-brand" href="#"&gt;Mi sitio&lt;/a&gt;</a:t>
            </a:r>
          </a:p>
          <a:p>
            <a:r>
              <a:t>  &lt;/div&gt;</a:t>
            </a:r>
          </a:p>
          <a:p>
            <a:r>
              <a:t>&lt;/nav&gt;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&lt;div class="alert alert-primary"&gt;Alerta primaria&lt;/div&gt;</a:t>
            </a:r>
          </a:p>
          <a:p>
            <a:r>
              <a:t>&lt;div class="alert alert-success"&gt;Alerta éxito&lt;/div&gt;</a:t>
            </a:r>
          </a:p>
          <a:p>
            <a:r>
              <a:t>&lt;div class="alert alert-danger"&gt;Alerta peligro&lt;/div&gt;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Botones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&lt;button class="btn btn-primary"&gt;Primario&lt;/button&gt;</a:t>
            </a:r>
          </a:p>
          <a:p>
            <a:r>
              <a:t>&lt;button class="btn btn-secondary"&gt;Secundario&lt;/button&gt;</a:t>
            </a:r>
          </a:p>
          <a:p>
            <a:r>
              <a:t>&lt;button class="btn btn-warning"&gt;Advertencia&lt;/button&gt;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Badges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&lt;span class="badge bg-primary"&gt;Nuevo&lt;/span&gt;</a:t>
            </a:r>
          </a:p>
          <a:p>
            <a:r>
              <a:t>&lt;span class="badge bg-success"&gt;Activo&lt;/span&gt;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Cards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&lt;div class="card" style="width: 18rem;"&gt;</a:t>
            </a:r>
          </a:p>
          <a:p>
            <a:r>
              <a:t>  &lt;div class="card-body"&gt;</a:t>
            </a:r>
          </a:p>
          <a:p>
            <a:r>
              <a:t>    &lt;h5 class="card-title"&gt;Card&lt;/h5&gt;</a:t>
            </a:r>
          </a:p>
          <a:p>
            <a:r>
              <a:t>    &lt;p class="card-text"&gt;Texto de ejemplo&lt;/p&gt;</a:t>
            </a:r>
          </a:p>
          <a:p>
            <a:r>
              <a:t>    &lt;a href="#" class="btn btn-primary"&gt;Botón&lt;/a&gt;</a:t>
            </a:r>
          </a:p>
          <a:p>
            <a:r>
              <a:t>  &lt;/div&gt;</a:t>
            </a:r>
          </a:p>
          <a:p>
            <a:r>
              <a:t>&lt;/div&gt;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Group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&lt;ul class="list-group"&gt;</a:t>
            </a:r>
          </a:p>
          <a:p>
            <a:r>
              <a:t>  &lt;li class="list-group-item"&gt;Elemento 1&lt;/li&gt;</a:t>
            </a:r>
          </a:p>
          <a:p>
            <a:r>
              <a:t>  &lt;li class="list-group-item"&gt;Elemento 2&lt;/li&gt;</a:t>
            </a:r>
          </a:p>
          <a:p>
            <a:r>
              <a:t>&lt;/ul&gt;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Formulario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&lt;form&gt;</a:t>
            </a:r>
          </a:p>
          <a:p>
            <a:r>
              <a:t>  &lt;div class="mb-3"&gt;</a:t>
            </a:r>
          </a:p>
          <a:p>
            <a:r>
              <a:t>    &lt;label class="form-label"&gt;Email&lt;/label&gt;</a:t>
            </a:r>
          </a:p>
          <a:p>
            <a:r>
              <a:t>    &lt;input type="email" class="form-control"&gt;</a:t>
            </a:r>
          </a:p>
          <a:p>
            <a:r>
              <a:t>  &lt;/div&gt;</a:t>
            </a:r>
          </a:p>
          <a:p>
            <a:r>
              <a:t>  &lt;button class="btn btn-primary"&gt;Enviar&lt;/button&gt;</a:t>
            </a:r>
          </a:p>
          <a:p>
            <a:r>
              <a:t>&lt;/form&gt;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&lt;button class="</a:t>
            </a:r>
            <a:r>
              <a:rPr sz="2400" dirty="0" err="1"/>
              <a:t>btn</a:t>
            </a:r>
            <a:r>
              <a:rPr sz="2400" dirty="0"/>
              <a:t> </a:t>
            </a:r>
            <a:r>
              <a:rPr sz="2400" dirty="0" err="1"/>
              <a:t>btn</a:t>
            </a:r>
            <a:r>
              <a:rPr sz="2400" dirty="0"/>
              <a:t>-primary" data-bs-toggle="modal" data-bs-target="#</a:t>
            </a:r>
            <a:r>
              <a:rPr sz="2400" dirty="0" err="1"/>
              <a:t>miModal</a:t>
            </a:r>
            <a:r>
              <a:rPr sz="2400" dirty="0"/>
              <a:t>"&gt;</a:t>
            </a:r>
            <a:r>
              <a:rPr sz="2400" dirty="0" err="1"/>
              <a:t>Abrir</a:t>
            </a:r>
            <a:r>
              <a:rPr sz="2400" dirty="0"/>
              <a:t> modal&lt;/button&gt;</a:t>
            </a:r>
          </a:p>
          <a:p>
            <a:endParaRPr sz="2400" dirty="0"/>
          </a:p>
          <a:p>
            <a:r>
              <a:rPr sz="2400" dirty="0"/>
              <a:t>&lt;div class="modal fade" id="</a:t>
            </a:r>
            <a:r>
              <a:rPr sz="2400" dirty="0" err="1"/>
              <a:t>miModal</a:t>
            </a:r>
            <a:r>
              <a:rPr sz="2400" dirty="0"/>
              <a:t>"&gt;</a:t>
            </a:r>
          </a:p>
          <a:p>
            <a:r>
              <a:rPr sz="2400" dirty="0"/>
              <a:t>  &lt;div class="modal-dialog"&gt;</a:t>
            </a:r>
          </a:p>
          <a:p>
            <a:r>
              <a:rPr sz="2400" dirty="0"/>
              <a:t>    &lt;div class="modal-content"&gt;</a:t>
            </a:r>
          </a:p>
          <a:p>
            <a:r>
              <a:rPr sz="2400" dirty="0"/>
              <a:t>      &lt;div class="modal-header"&gt;&lt;h5&gt;Modal&lt;/h5&gt;&lt;/div&gt;</a:t>
            </a:r>
          </a:p>
          <a:p>
            <a:r>
              <a:rPr sz="2400" dirty="0"/>
              <a:t>      &lt;div class="modal-body"&gt;</a:t>
            </a:r>
            <a:r>
              <a:rPr sz="2400" dirty="0" err="1"/>
              <a:t>Contenido</a:t>
            </a:r>
            <a:r>
              <a:rPr sz="2400" dirty="0"/>
              <a:t>&lt;/div&gt;</a:t>
            </a:r>
          </a:p>
          <a:p>
            <a:r>
              <a:rPr sz="2400" dirty="0"/>
              <a:t>    &lt;/div&gt;</a:t>
            </a:r>
          </a:p>
          <a:p>
            <a:r>
              <a:rPr sz="2400" dirty="0"/>
              <a:t>  &lt;/div&gt;</a:t>
            </a:r>
          </a:p>
          <a:p>
            <a:r>
              <a:rPr sz="2400" dirty="0"/>
              <a:t>&lt;/div&gt;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Accordion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&lt;div class="accordion" id="</a:t>
            </a:r>
            <a:r>
              <a:rPr sz="2400" dirty="0" err="1"/>
              <a:t>acordeon</a:t>
            </a:r>
            <a:r>
              <a:rPr sz="2400" dirty="0"/>
              <a:t>"&gt;</a:t>
            </a:r>
          </a:p>
          <a:p>
            <a:r>
              <a:rPr sz="2400" dirty="0"/>
              <a:t>  &lt;div class="accordion-item"&gt;</a:t>
            </a:r>
          </a:p>
          <a:p>
            <a:r>
              <a:rPr sz="2400" dirty="0"/>
              <a:t>    &lt;h2 class="accordion-header"&gt;</a:t>
            </a:r>
          </a:p>
          <a:p>
            <a:r>
              <a:rPr sz="2400" dirty="0"/>
              <a:t>      &lt;button class="accordion-button" data-bs-toggle="collapse" data-bs-target="#item1"&gt;Item&lt;/button&gt;</a:t>
            </a:r>
          </a:p>
          <a:p>
            <a:r>
              <a:rPr sz="2400" dirty="0"/>
              <a:t>    &lt;/h2&gt;</a:t>
            </a:r>
          </a:p>
          <a:p>
            <a:r>
              <a:rPr sz="2400" dirty="0"/>
              <a:t>    &lt;div id="item1" class="accordion-collapse collapse show"&gt;</a:t>
            </a:r>
          </a:p>
          <a:p>
            <a:r>
              <a:rPr sz="2400" dirty="0"/>
              <a:t>      &lt;div class="accordion-body"&gt;</a:t>
            </a:r>
            <a:r>
              <a:rPr sz="2400" dirty="0" err="1"/>
              <a:t>Contenido</a:t>
            </a:r>
            <a:r>
              <a:rPr sz="2400" dirty="0"/>
              <a:t>&lt;/div&gt;</a:t>
            </a:r>
          </a:p>
          <a:p>
            <a:r>
              <a:rPr sz="2400" dirty="0"/>
              <a:t>    &lt;/div&gt;</a:t>
            </a:r>
          </a:p>
          <a:p>
            <a:r>
              <a:rPr sz="2400" dirty="0"/>
              <a:t>  &lt;/div&gt;</a:t>
            </a:r>
          </a:p>
          <a:p>
            <a:r>
              <a:rPr sz="2400" dirty="0"/>
              <a:t>&lt;/div&gt;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Carousel (COPIA)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&lt;div id="</a:t>
            </a:r>
            <a:r>
              <a:rPr sz="2800" dirty="0" err="1"/>
              <a:t>carouselExample</a:t>
            </a:r>
            <a:r>
              <a:rPr sz="2800" dirty="0"/>
              <a:t>" class="carousel slide"&gt;</a:t>
            </a:r>
          </a:p>
          <a:p>
            <a:r>
              <a:rPr sz="2800" dirty="0"/>
              <a:t>  &lt;div class="carousel-inner"&gt;</a:t>
            </a:r>
          </a:p>
          <a:p>
            <a:r>
              <a:rPr sz="2800" dirty="0"/>
              <a:t>    &lt;div class="carousel-item active"&gt;&lt;div class="p-5 </a:t>
            </a:r>
            <a:r>
              <a:rPr sz="2800" dirty="0" err="1"/>
              <a:t>bg</a:t>
            </a:r>
            <a:r>
              <a:rPr sz="2800" dirty="0"/>
              <a:t>-secondary text-white"&gt;Slide 1&lt;/div&gt;&lt;/div&gt;</a:t>
            </a:r>
          </a:p>
          <a:p>
            <a:r>
              <a:rPr sz="2800" dirty="0"/>
              <a:t>    &lt;div class="carousel-item"&gt;&lt;div class="p-5 </a:t>
            </a:r>
            <a:r>
              <a:rPr sz="2800" dirty="0" err="1"/>
              <a:t>bg</a:t>
            </a:r>
            <a:r>
              <a:rPr sz="2800" dirty="0"/>
              <a:t>-dark text-white"&gt;Slide 2&lt;/div&gt;&lt;/div&gt;</a:t>
            </a:r>
          </a:p>
          <a:p>
            <a:r>
              <a:rPr sz="2800" dirty="0"/>
              <a:t>  &lt;/div&gt;</a:t>
            </a:r>
          </a:p>
          <a:p>
            <a:r>
              <a:rPr sz="2800" dirty="0"/>
              <a:t>&lt;/div&gt;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guiada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Prueba cada componente</a:t>
            </a:r>
          </a:p>
          <a:p>
            <a:r>
              <a:t>2. Cambia colores</a:t>
            </a:r>
          </a:p>
          <a:p>
            <a:r>
              <a:t>3. Duplica componentes</a:t>
            </a:r>
          </a:p>
          <a:p>
            <a:r>
              <a:t>4. Combínalos en un layout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 una página con:</a:t>
            </a:r>
          </a:p>
          <a:p>
            <a:r>
              <a:t>- Navbar</a:t>
            </a:r>
          </a:p>
          <a:p>
            <a:r>
              <a:t>- Cards</a:t>
            </a:r>
          </a:p>
          <a:p>
            <a:r>
              <a:t>- Formulario</a:t>
            </a:r>
          </a:p>
          <a:p>
            <a:r>
              <a:t>- Modal</a:t>
            </a:r>
          </a:p>
          <a:p>
            <a:r>
              <a:t>- Footer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816</Words>
  <Application>Microsoft Macintosh PowerPoint</Application>
  <PresentationFormat>Presentación en pantalla (4:3)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Práctica: Bootstrap – Componentes</vt:lpstr>
      <vt:lpstr>Recordatorio: ¿Qué es Bootstrap?</vt:lpstr>
      <vt:lpstr>Dónde consultar documentación oficial</vt:lpstr>
      <vt:lpstr>Cómo buscar ejemplos</vt:lpstr>
      <vt:lpstr>HTML base con Bootstrap (COPIA TODO)</vt:lpstr>
      <vt:lpstr>Navbar (COPIA)</vt:lpstr>
      <vt:lpstr>Alertas (COPIA)</vt:lpstr>
      <vt:lpstr>Botones (COPIA)</vt:lpstr>
      <vt:lpstr>Badges (COPIA)</vt:lpstr>
      <vt:lpstr>Cards (COPIA)</vt:lpstr>
      <vt:lpstr>List Group (COPIA)</vt:lpstr>
      <vt:lpstr>Formulario (COPIA)</vt:lpstr>
      <vt:lpstr>Modal (COPIA)</vt:lpstr>
      <vt:lpstr>Accordion (COPIA)</vt:lpstr>
      <vt:lpstr>Carousel (COPIA)</vt:lpstr>
      <vt:lpstr>Práctica guiada</vt:lpstr>
      <vt:lpstr>Reto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Carlos Santillan Hernandez</cp:lastModifiedBy>
  <cp:revision>2</cp:revision>
  <dcterms:created xsi:type="dcterms:W3CDTF">2013-01-27T09:14:16Z</dcterms:created>
  <dcterms:modified xsi:type="dcterms:W3CDTF">2026-02-04T00:38:22Z</dcterms:modified>
  <cp:category/>
</cp:coreProperties>
</file>