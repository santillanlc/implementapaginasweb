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138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Práctica: Layout con DIVs (HTML + CSS)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Tema: Layout con DIVs</a:t>
            </a:r>
          </a:p>
          <a:p>
            <a:r>
              <a:t>Duración: 1 hora</a:t>
            </a:r>
          </a:p>
          <a:p>
            <a:r>
              <a:t>Objetivo: Construir un layout usando HTML y CSS</a:t>
            </a:r>
          </a:p>
          <a:p>
            <a:r>
              <a:t>Alumno: ____________________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¿Qué es un layout?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 layout es la estructura visual de una página web.</a:t>
            </a:r>
          </a:p>
          <a:p>
            <a:r>
              <a:t>Define dónde va el encabezado, menú, contenido y pie.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Estructura del layout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Nuestro layout tendrá:</a:t>
            </a:r>
          </a:p>
          <a:p>
            <a:r>
              <a:t>- Header</a:t>
            </a:r>
          </a:p>
          <a:p>
            <a:r>
              <a:t>- Menú</a:t>
            </a:r>
          </a:p>
          <a:p>
            <a:r>
              <a:t>- Sidebar</a:t>
            </a:r>
          </a:p>
          <a:p>
            <a:r>
              <a:t>- Contenido</a:t>
            </a:r>
          </a:p>
          <a:p>
            <a:r>
              <a:t>- Footer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Archivos necesarios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index.html</a:t>
            </a:r>
          </a:p>
          <a:p>
            <a:r>
              <a:t>2. estilos.css</a:t>
            </a:r>
          </a:p>
          <a:p>
            <a:endParaRPr/>
          </a:p>
          <a:p>
            <a:r>
              <a:t>Ambos archivos deben estar en la misma carpeta.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HTML base del layout (COPIA TODO)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1600" dirty="0"/>
              <a:t>&lt;!DOCTYPE html&gt;</a:t>
            </a:r>
          </a:p>
          <a:p>
            <a:r>
              <a:rPr sz="1600" dirty="0"/>
              <a:t>&lt;html&gt;</a:t>
            </a:r>
          </a:p>
          <a:p>
            <a:r>
              <a:rPr sz="1600" dirty="0"/>
              <a:t>&lt;head&gt;</a:t>
            </a:r>
          </a:p>
          <a:p>
            <a:r>
              <a:rPr sz="1600" dirty="0"/>
              <a:t>  &lt;title&gt;Layout con DIVs&lt;/title&gt;</a:t>
            </a:r>
          </a:p>
          <a:p>
            <a:r>
              <a:rPr sz="1600" dirty="0"/>
              <a:t>  &lt;link </a:t>
            </a:r>
            <a:r>
              <a:rPr sz="1600" dirty="0" err="1"/>
              <a:t>rel</a:t>
            </a:r>
            <a:r>
              <a:rPr sz="1600" dirty="0"/>
              <a:t>="stylesheet" </a:t>
            </a:r>
            <a:r>
              <a:rPr sz="1600" dirty="0" err="1"/>
              <a:t>href</a:t>
            </a:r>
            <a:r>
              <a:rPr sz="1600" dirty="0"/>
              <a:t>="</a:t>
            </a:r>
            <a:r>
              <a:rPr sz="1600" dirty="0" err="1"/>
              <a:t>estilos.css</a:t>
            </a:r>
            <a:r>
              <a:rPr sz="1600" dirty="0"/>
              <a:t>"&gt;</a:t>
            </a:r>
          </a:p>
          <a:p>
            <a:r>
              <a:rPr sz="1600" dirty="0"/>
              <a:t>&lt;/head&gt;</a:t>
            </a:r>
          </a:p>
          <a:p>
            <a:r>
              <a:rPr sz="1600" dirty="0"/>
              <a:t>&lt;body&gt;</a:t>
            </a:r>
          </a:p>
          <a:p>
            <a:r>
              <a:rPr sz="1600" dirty="0"/>
              <a:t>  &lt;div class="header"&gt;Header&lt;/div&gt;</a:t>
            </a:r>
          </a:p>
          <a:p>
            <a:r>
              <a:rPr sz="1600" dirty="0"/>
              <a:t>  &lt;div class="nav"&gt;</a:t>
            </a:r>
            <a:r>
              <a:rPr sz="1600" dirty="0" err="1"/>
              <a:t>Menú</a:t>
            </a:r>
            <a:r>
              <a:rPr sz="1600" dirty="0"/>
              <a:t>&lt;/div&gt;</a:t>
            </a:r>
          </a:p>
          <a:p>
            <a:r>
              <a:rPr sz="1600" dirty="0"/>
              <a:t>  &lt;div class="</a:t>
            </a:r>
            <a:r>
              <a:rPr sz="1600" dirty="0" err="1"/>
              <a:t>contenedor</a:t>
            </a:r>
            <a:r>
              <a:rPr sz="1600" dirty="0"/>
              <a:t>"&gt;</a:t>
            </a:r>
          </a:p>
          <a:p>
            <a:r>
              <a:rPr sz="1600" dirty="0"/>
              <a:t>    &lt;div class="sidebar"&gt;Sidebar&lt;/div&gt;</a:t>
            </a:r>
          </a:p>
          <a:p>
            <a:r>
              <a:rPr sz="1600" dirty="0"/>
              <a:t>    &lt;div class="</a:t>
            </a:r>
            <a:r>
              <a:rPr sz="1600" dirty="0" err="1"/>
              <a:t>contenido</a:t>
            </a:r>
            <a:r>
              <a:rPr sz="1600" dirty="0"/>
              <a:t>"&gt;</a:t>
            </a:r>
            <a:r>
              <a:rPr sz="1600" dirty="0" err="1"/>
              <a:t>Contenido</a:t>
            </a:r>
            <a:r>
              <a:rPr sz="1600" dirty="0"/>
              <a:t>&lt;/div&gt;</a:t>
            </a:r>
          </a:p>
          <a:p>
            <a:r>
              <a:rPr sz="1600" dirty="0"/>
              <a:t>  &lt;/div&gt;</a:t>
            </a:r>
          </a:p>
          <a:p>
            <a:r>
              <a:rPr sz="1600" dirty="0"/>
              <a:t>  &lt;div class="footer"&gt;Footer&lt;/div&gt;</a:t>
            </a:r>
          </a:p>
          <a:p>
            <a:r>
              <a:rPr sz="1600" dirty="0"/>
              <a:t>&lt;/body&gt;</a:t>
            </a:r>
          </a:p>
          <a:p>
            <a:r>
              <a:rPr sz="1600" dirty="0"/>
              <a:t>&lt;/html&gt;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CSS base (COPIA TODO)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 {</a:t>
            </a:r>
          </a:p>
          <a:p>
            <a:r>
              <a:t>  box-sizing: border-box;</a:t>
            </a:r>
          </a:p>
          <a:p>
            <a:r>
              <a:t>}</a:t>
            </a:r>
          </a:p>
          <a:p>
            <a:endParaRPr/>
          </a:p>
          <a:p>
            <a:r>
              <a:t>body {</a:t>
            </a:r>
          </a:p>
          <a:p>
            <a:r>
              <a:t>  margin: 0;</a:t>
            </a:r>
          </a:p>
          <a:p>
            <a:r>
              <a:t>  font-family: Arial, sans-serif;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Header (COPIA)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.header {</a:t>
            </a:r>
          </a:p>
          <a:p>
            <a:r>
              <a:t>  background-color: #2c3e50;</a:t>
            </a:r>
          </a:p>
          <a:p>
            <a:r>
              <a:t>  color: white;</a:t>
            </a:r>
          </a:p>
          <a:p>
            <a:r>
              <a:t>  padding: 20px;</a:t>
            </a:r>
          </a:p>
          <a:p>
            <a:r>
              <a:t>  text-align: center;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Menú (COPIA)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.nav {</a:t>
            </a:r>
          </a:p>
          <a:p>
            <a:r>
              <a:t>  background-color: #34495e;</a:t>
            </a:r>
          </a:p>
          <a:p>
            <a:r>
              <a:t>  color: white;</a:t>
            </a:r>
          </a:p>
          <a:p>
            <a:r>
              <a:t>  padding: 15px;</a:t>
            </a:r>
          </a:p>
          <a:p>
            <a:r>
              <a:t>  text-align: center;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Contenedor con Flexbox (COPIA)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.contenedor {</a:t>
            </a:r>
          </a:p>
          <a:p>
            <a:r>
              <a:t>  display: flex;</a:t>
            </a:r>
          </a:p>
          <a:p>
            <a:r>
              <a:t>  min-height: 300px;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Sidebar (COPIA)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.sidebar {</a:t>
            </a:r>
          </a:p>
          <a:p>
            <a:r>
              <a:t>  background-color: #ecf0f1;</a:t>
            </a:r>
          </a:p>
          <a:p>
            <a:r>
              <a:t>  width: 30%;</a:t>
            </a:r>
          </a:p>
          <a:p>
            <a:r>
              <a:t>  padding: 20px;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Contenido principal (COPIA)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.contenido {</a:t>
            </a:r>
          </a:p>
          <a:p>
            <a:r>
              <a:t>  background-color: #ffffff;</a:t>
            </a:r>
          </a:p>
          <a:p>
            <a:r>
              <a:t>  width: 70%;</a:t>
            </a:r>
          </a:p>
          <a:p>
            <a:r>
              <a:t>  padding: 20px;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Footer (COPIA)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.footer {</a:t>
            </a:r>
          </a:p>
          <a:p>
            <a:r>
              <a:t>  background-color: #2c3e50;</a:t>
            </a:r>
          </a:p>
          <a:p>
            <a:r>
              <a:t>  color: white;</a:t>
            </a:r>
          </a:p>
          <a:p>
            <a:r>
              <a:t>  padding: 15px;</a:t>
            </a:r>
          </a:p>
          <a:p>
            <a:r>
              <a:t>  text-align: center;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Resultado esperado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Verás un layout con:</a:t>
            </a:r>
          </a:p>
          <a:p>
            <a:r>
              <a:t>- Encabezado arriba</a:t>
            </a:r>
          </a:p>
          <a:p>
            <a:r>
              <a:t>- Menú debajo</a:t>
            </a:r>
          </a:p>
          <a:p>
            <a:r>
              <a:t>- Dos columnas</a:t>
            </a:r>
          </a:p>
          <a:p>
            <a:r>
              <a:t>- Footer al final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Práctica guiada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Cambia colores</a:t>
            </a:r>
          </a:p>
          <a:p>
            <a:r>
              <a:t>2. Ajusta tamaños</a:t>
            </a:r>
          </a:p>
          <a:p>
            <a:r>
              <a:t>3. Cambia el ancho del sidebar</a:t>
            </a:r>
          </a:p>
          <a:p>
            <a:r>
              <a:t>4. Modifica textos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Reto final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Agrega:</a:t>
            </a:r>
          </a:p>
          <a:p>
            <a:r>
              <a:t>- Hover al menú</a:t>
            </a:r>
          </a:p>
          <a:p>
            <a:r>
              <a:t>- Borde al layout</a:t>
            </a:r>
          </a:p>
          <a:p>
            <a:r>
              <a:t>- Segunda columna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458</Words>
  <Application>Microsoft Macintosh PowerPoint</Application>
  <PresentationFormat>Presentación en pantalla (4:3)</PresentationFormat>
  <Paragraphs>100</Paragraphs>
  <Slides>15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Práctica: Layout con DIVs (HTML + CSS)</vt:lpstr>
      <vt:lpstr>¿Qué es un layout?</vt:lpstr>
      <vt:lpstr>Estructura del layout</vt:lpstr>
      <vt:lpstr>Archivos necesarios</vt:lpstr>
      <vt:lpstr>HTML base del layout (COPIA TODO)</vt:lpstr>
      <vt:lpstr>CSS base (COPIA TODO)</vt:lpstr>
      <vt:lpstr>Header (COPIA)</vt:lpstr>
      <vt:lpstr>Menú (COPIA)</vt:lpstr>
      <vt:lpstr>Contenedor con Flexbox (COPIA)</vt:lpstr>
      <vt:lpstr>Sidebar (COPIA)</vt:lpstr>
      <vt:lpstr>Contenido principal (COPIA)</vt:lpstr>
      <vt:lpstr>Footer (COPIA)</vt:lpstr>
      <vt:lpstr>Resultado esperado</vt:lpstr>
      <vt:lpstr>Práctica guiada</vt:lpstr>
      <vt:lpstr>Reto final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Luis Carlos Santillan Hernandez</cp:lastModifiedBy>
  <cp:revision>2</cp:revision>
  <dcterms:created xsi:type="dcterms:W3CDTF">2013-01-27T09:14:16Z</dcterms:created>
  <dcterms:modified xsi:type="dcterms:W3CDTF">2026-01-30T00:33:17Z</dcterms:modified>
  <cp:category/>
</cp:coreProperties>
</file>